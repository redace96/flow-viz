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6" Type="http://schemas.openxmlformats.org/officeDocument/2006/relationships/viewProps" Target="viewProps.xml" /><Relationship Id="rId5" Type="http://schemas.openxmlformats.org/officeDocument/2006/relationships/presProps" Target="presProps.xml" /><Relationship Id="rId1" Type="http://schemas.openxmlformats.org/officeDocument/2006/relationships/slideMaster" Target="slideMasters/slideMaster1.xml" /><Relationship Id="rId8" Type="http://schemas.openxmlformats.org/officeDocument/2006/relationships/tableStyles" Target="tableStyles.xml" /><Relationship Id="rId7"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png"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Flow Viz analysis for thermal-source kernels</a:t>
            </a:r>
          </a:p>
        </p:txBody>
      </p:sp>
      <p:sp>
        <p:nvSpPr>
          <p:cNvPr id="3" name="Content Placeholder 2"/>
          <p:cNvSpPr>
            <a:spLocks noGrp="1"/>
          </p:cNvSpPr>
          <p:nvPr>
            <p:ph idx="1"/>
          </p:nvPr>
        </p:nvSpPr>
        <p:spPr/>
        <p:txBody>
          <a:bodyPr/>
          <a:lstStyle/>
          <a:p>
            <a:pPr lvl="0" indent="0" marL="0">
              <a:buNone/>
            </a:pPr>
            <a:r>
              <a:rPr b="1"/>
              <a:t>New analysis workflow</a:t>
            </a:r>
          </a:p>
          <a:p>
            <a:pPr lvl="0"/>
            <a:r>
              <a:rPr/>
              <a:t>Probe V2 </a:t>
            </a:r>
            <a:r>
              <a:rPr>
                <a:latin typeface="Courier"/>
              </a:rPr>
              <a:t>.pbin</a:t>
            </a:r>
            <a:r>
              <a:rPr/>
              <a:t> and compact HDF5 use the same named dataset model.</a:t>
            </a:r>
          </a:p>
          <a:p>
            <a:pPr lvl="0"/>
            <a:r>
              <a:rPr/>
              <a:t>Multi-probe products cover histories, FFT/PSD, STFT/envelopes, pulse response, nonlinear, and modal analyses.</a:t>
            </a:r>
          </a:p>
          <a:p>
            <a:pPr lvl="0"/>
            <a:r>
              <a:rPr/>
              <a:t>Typed Asym/Gaus comparisons align time, frequency, space, and wavenumber.</a:t>
            </a:r>
          </a:p>
          <a:p>
            <a:pPr lvl="0"/>
            <a:r>
              <a:rPr/>
              <a:t>Preflight and live phase-level logs expose inputs, resources, artifacts, and failures.</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Time-localized wavenumber diagnostics</a:t>
            </a:r>
          </a:p>
        </p:txBody>
      </p:sp>
      <p:pic>
        <p:nvPicPr>
          <p:cNvPr descr="/Users/sbrollia/Documents/Programming/My-CFD/Flow-Viz/Flow-Viz-postprocessor-refactor/verification_outputs/generated_probe_demo/outputs/2026-09-10T043544Z_preflight-case_localized-wave-demo/figures/directional/komega_snapshots.png" id="0" name="Picture 1"/>
          <p:cNvPicPr>
            <a:picLocks noGrp="1" noChangeAspect="1"/>
          </p:cNvPicPr>
          <p:nvPr/>
        </p:nvPicPr>
        <p:blipFill>
          <a:blip r:embed="rId2"/>
          <a:stretch>
            <a:fillRect/>
          </a:stretch>
        </p:blipFill>
        <p:spPr bwMode="auto">
          <a:xfrm>
            <a:off x="1955800" y="1193800"/>
            <a:ext cx="5245100" cy="3390900"/>
          </a:xfrm>
          <a:prstGeom prst="rect">
            <a:avLst/>
          </a:prstGeom>
          <a:noFill/>
          <a:ln w="9525">
            <a:noFill/>
            <a:headEnd/>
            <a:tailEnd/>
          </a:ln>
        </p:spPr>
      </p:pic>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i="1"/>
              <a:t>Illustrative verification output. f–k snapshots show the pulse’s frequency and signed wavenumber content at requested stages. The companion k–time map and ridge history report dominant wavenumber, wavelength, frequency, and phase speed where validity checks pass.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2026-09-11T08:58:41Z</dcterms:created>
  <dcterms:modified xsi:type="dcterms:W3CDTF">2026-09-11T08:58:41Z</dcterms:modified>
</cp:coreProperties>
</file>

<file path=docProps/custom.xml><?xml version="1.0" encoding="utf-8"?>
<Properties xmlns="http://schemas.openxmlformats.org/officeDocument/2006/custom-properties" xmlns:vt="http://schemas.openxmlformats.org/officeDocument/2006/docPropsVTypes"/>
</file>