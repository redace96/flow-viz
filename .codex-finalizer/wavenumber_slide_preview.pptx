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Time-localized wavenumber diagnostics</a:t>
            </a:r>
          </a:p>
        </p:txBody>
      </p:sp>
      <p:pic>
        <p:nvPicPr>
          <p:cNvPr descr="/Users/sbrollia/Documents/Programming/My-CFD/Flow-Viz/Flow-Viz-postprocessor-refactor/verification_outputs/generated_probe_demo/outputs/2026-09-10T043544Z_preflight-case_localized-wave-demo/figures/directional/komega_snapshot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55800" y="1193800"/>
            <a:ext cx="5245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2026-09-11T09:00:06Z</dcterms:created>
  <dcterms:modified xsi:type="dcterms:W3CDTF">2026-09-11T09:00:06Z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