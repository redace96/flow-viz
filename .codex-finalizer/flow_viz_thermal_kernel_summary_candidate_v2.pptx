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Flow Viz analysis for thermal-source kernels</a:t>
            </a:r>
          </a:p>
        </p:txBody>
      </p:sp>
      <p:sp>
        <p:nvSpPr>
          <p:cNvPr id="3" name="Content Placeholder 2"/>
          <p:cNvSpPr>
            <a:spLocks noGrp="1"/>
          </p:cNvSpPr>
          <p:nvPr>
            <p:ph idx="1"/>
          </p:nvPr>
        </p:nvSpPr>
        <p:spPr/>
        <p:txBody>
          <a:bodyPr/>
          <a:lstStyle/>
          <a:p>
            <a:pPr lvl="0" indent="0" marL="0">
              <a:buNone/>
            </a:pPr>
            <a:r>
              <a:rPr b="1"/>
              <a:t>New analysis workflow</a:t>
            </a:r>
          </a:p>
          <a:p>
            <a:pPr lvl="0"/>
            <a:r>
              <a:rPr/>
              <a:t>Named probe datasets accept Probe V2 </a:t>
            </a:r>
            <a:r>
              <a:rPr>
                <a:latin typeface="Courier"/>
              </a:rPr>
              <a:t>.pbin</a:t>
            </a:r>
            <a:r>
              <a:rPr/>
              <a:t> or compact HDF5 without changing the selected analysis.</a:t>
            </a:r>
          </a:p>
          <a:p>
            <a:pPr lvl="0"/>
            <a:r>
              <a:rPr/>
              <a:t>Multi-probe products retain SI units and physical probe coordinates for time histories, FFT/PSD, STFT/envelopes, pulse response, nonlinear, and modal analyses.</a:t>
            </a:r>
          </a:p>
          <a:p>
            <a:pPr lvl="0"/>
            <a:r>
              <a:rPr/>
              <a:t>Typed comparisons support current and archived Asym/Gaus runs with explicit time, frequency, spatial, and wavenumber alignment.</a:t>
            </a:r>
          </a:p>
          <a:p>
            <a:pPr lvl="0"/>
            <a:r>
              <a:rPr/>
              <a:t>Preflight, provenance, resource estimates, and live phase-level logging make long post-processing runs auditable.</a:t>
            </a:r>
          </a:p>
          <a:p>
            <a:pPr lvl="0" indent="0" marL="0">
              <a:buNone/>
            </a:pPr>
            <a:r>
              <a:rPr b="1"/>
              <a:t>Thermal-source study use</a:t>
            </a:r>
          </a:p>
          <a:p>
            <a:pPr lvl="0"/>
            <a:r>
              <a:rPr/>
              <a:t>Compare source-kernel cases using the same probes and the same product contract.</a:t>
            </a:r>
          </a:p>
          <a:p>
            <a:pPr lvl="0"/>
            <a:r>
              <a:rPr/>
              <a:t>Use fixed plotting scales for cross-kernel figures, then retain all alignment and masking choices in artifact provenance.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Time-localized wavenumber diagnostics</a:t>
            </a:r>
          </a:p>
        </p:txBody>
      </p:sp>
      <p:pic>
        <p:nvPicPr>
          <p:cNvPr descr="/Users/sbrollia/Documents/Programming/My-CFD/Flow-Viz/Flow-Viz-postprocessor-refactor/verification_outputs/generated_probe_demo/outputs/2026-09-10T043544Z_preflight-case_localized-wave-demo/figures/directional/komega_snapshots.png" id="0" name="Picture 1"/>
          <p:cNvPicPr>
            <a:picLocks noGrp="1" noChangeAspect="1"/>
          </p:cNvPicPr>
          <p:nvPr/>
        </p:nvPicPr>
        <p:blipFill>
          <a:blip r:embed="rId2"/>
          <a:stretch>
            <a:fillRect/>
          </a:stretch>
        </p:blipFill>
        <p:spPr bwMode="auto">
          <a:xfrm>
            <a:off x="1955800" y="1193800"/>
            <a:ext cx="5245100" cy="33909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Illustrative verification output. f–k snapshots show the pulse’s frequency and signed wavenumber content at requested stages. The companion k–time map and ridge history report dominant wavenumber, wavelength, frequency, and phase speed where validity checks pass.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2026-09-11T08:57:26Z</dcterms:created>
  <dcterms:modified xsi:type="dcterms:W3CDTF">2026-09-11T08:57:26Z</dcterms:modified>
</cp:coreProperties>
</file>

<file path=docProps/custom.xml><?xml version="1.0" encoding="utf-8"?>
<Properties xmlns="http://schemas.openxmlformats.org/officeDocument/2006/custom-properties" xmlns:vt="http://schemas.openxmlformats.org/officeDocument/2006/docPropsVTypes"/>
</file>