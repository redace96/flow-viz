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Flow Viz analysis for thermal-source kernels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Flow Viz analysis for thermal-source kernels</a:t>
            </a:r>
          </a:p>
        </p:txBody>
      </p:sp>
      <p:pic>
        <p:nvPicPr>
          <p:cNvPr descr="/Users/sbrollia/Documents/Programming/My-CFD/Python-Post/source_spectrum_single_pul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66900"/>
            <a:ext cx="82296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Recent analysis capability</a:t>
            </a:r>
          </a:p>
          <a:p>
            <a:pPr lvl="0"/>
            <a:r>
              <a:rPr/>
              <a:t>Named probe datasets accept Probe V2 </a:t>
            </a:r>
            <a:r>
              <a:rPr>
                <a:latin typeface="Courier"/>
              </a:rPr>
              <a:t>.pbin</a:t>
            </a:r>
            <a:r>
              <a:rPr/>
              <a:t> or compact HDF5 without changing the selected analysis.</a:t>
            </a:r>
          </a:p>
          <a:p>
            <a:pPr lvl="0"/>
            <a:r>
              <a:rPr/>
              <a:t>Multi-probe products retain SI units and physical probe coordinates for time histories, FFT/PSD, STFT/envelopes, pulse response, nonlinear, and modal analyses.</a:t>
            </a:r>
          </a:p>
          <a:p>
            <a:pPr lvl="0"/>
            <a:r>
              <a:rPr/>
              <a:t>Typed comparisons support current and archived Asym/Gaus runs with explicit time, frequency, spatial, and wavenumber alignment.</a:t>
            </a:r>
          </a:p>
          <a:p>
            <a:pPr lvl="0"/>
            <a:r>
              <a:rPr/>
              <a:t>Preflight, provenance, resource estimates, and live phase-level logging make long post-processing runs auditable.</a:t>
            </a:r>
          </a:p>
          <a:p>
            <a:pPr lvl="0" indent="0" marL="0">
              <a:buNone/>
            </a:pPr>
            <a:r>
              <a:rPr i="1"/>
              <a:t>Illustrative Gaussian-pulse source result. Replace with the configured thermal-source kernel result when presenting study data.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Time-localized wavenumber diagnostics</a:t>
            </a:r>
          </a:p>
        </p:txBody>
      </p:sp>
      <p:pic>
        <p:nvPicPr>
          <p:cNvPr descr="/Users/sbrollia/Documents/Programming/My-CFD/Flow-Viz/Flow-Viz-postprocessor-refactor/verification_outputs/generated_probe_demo/outputs/2026-09-10T043544Z_preflight-case_localized-wave-demo/figures/directional/komega_snapsho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45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Useful for the thermal-source pulse</a:t>
            </a:r>
          </a:p>
          <a:p>
            <a:pPr lvl="0"/>
            <a:r>
              <a:rPr/>
              <a:t>The selected probes form a spatial aperture; the analysis resolves signed wavenumber and frequency during the pulse.</a:t>
            </a:r>
          </a:p>
          <a:p>
            <a:pPr lvl="0"/>
            <a:r>
              <a:rPr/>
              <a:t>f–k snapshots distinguish the spatial content at specified pulse stages with one shared display scale.</a:t>
            </a:r>
          </a:p>
          <a:p>
            <a:pPr lvl="0"/>
            <a:r>
              <a:rPr/>
              <a:t>The companion k–time map and ridge history report dominant wavenumber, wavelength, frequency, and phase speed only where the signal passes validity checks.</a:t>
            </a:r>
          </a:p>
          <a:p>
            <a:pPr lvl="0"/>
            <a:r>
              <a:rPr/>
              <a:t>The same typed products can compare Asym and Gaus kernels, including local-to-archive comparisons.</a:t>
            </a:r>
          </a:p>
          <a:p>
            <a:pPr lvl="0" indent="0" marL="0">
              <a:buNone/>
            </a:pPr>
            <a:r>
              <a:rPr i="1"/>
              <a:t>Illustrative verification output. The requested times and color scale are recorded in artifact provenance.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Viz analysis for thermal-source kernels</dc:title>
  <dc:creator/>
  <cp:keywords/>
  <dcterms:created xsi:type="dcterms:W3CDTF">2026-09-11T08:55:53Z</dcterms:created>
  <dcterms:modified xsi:type="dcterms:W3CDTF">2026-09-11T08:55:53Z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