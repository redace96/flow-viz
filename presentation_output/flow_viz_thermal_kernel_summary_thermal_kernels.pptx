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Flow Viz analysis for thermal-source kernels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New analysis workflow</a:t>
            </a:r>
          </a:p>
          <a:p>
            <a:pPr lvl="0"/>
            <a:r>
              <a:rPr/>
              <a:t>Probe V2 </a:t>
            </a:r>
            <a:r>
              <a:rPr>
                <a:latin typeface="Courier"/>
              </a:rPr>
              <a:t>.pbin</a:t>
            </a:r>
            <a:r>
              <a:rPr/>
              <a:t> and compact HDF5 use the same named dataset model.</a:t>
            </a:r>
          </a:p>
          <a:p>
            <a:pPr lvl="0"/>
            <a:r>
              <a:rPr/>
              <a:t>Multi-probe products cover histories, FFT/PSD, STFT/envelopes, pulse response, nonlinear, and modal analyses.</a:t>
            </a:r>
          </a:p>
          <a:p>
            <a:pPr lvl="0"/>
            <a:r>
              <a:rPr/>
              <a:t>Typed Asym/Gaus comparisons align time, frequency, space, and wavenumber.</a:t>
            </a:r>
          </a:p>
          <a:p>
            <a:pPr lvl="0"/>
            <a:r>
              <a:rPr/>
              <a:t>Preflight and live phase-level logs expose inputs, resources, artifacts, and failures.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Time-localized wavenumber diagnostics</a:t>
            </a:r>
          </a:p>
        </p:txBody>
      </p:sp>
      <p:pic>
        <p:nvPicPr>
          <p:cNvPr descr="/Users/sbrollia/Documents/Programming/My-CFD/Flow-Viz/Flow-Viz-postprocessor-refactor/verification_outputs/generated_probe_demo/outputs/2026-09-10T043544Z_preflight-case_localized-wave-demo/figures/directional/komega_snapsho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55800" y="1193800"/>
            <a:ext cx="5245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2026-09-11T08:59:34Z</dcterms:created>
  <dcterms:modified xsi:type="dcterms:W3CDTF">2026-09-11T08:59:34Z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